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4961c79b3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4961c79b3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961c79b3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961c79b3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4961c79b3_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4961c79b3_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4961c79b3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4961c79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4961c79b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4961c79b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4961c79b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4961c79b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4961c79b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4961c79b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961c79b3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961c79b3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📚 Library Management System&#10;Functional Testing – Elaborated Testing Structure&#10;&#10;Functional Testing Structure for Library Management System&#10;1. Introduction&#10;A Library Management System (LMS) is a software application designed to manage library operations such as maintaining book records, managing users, issuing and returning books, and calculating fines.&#10;Functional testing is used to verify that each feature of the system works according to the specified requirements.&#10;The objective of functional testing in LMS is to ensure that all user-visible functions behave correctly for valid and invalid inputs.&#10;________________________________________&#10;2. Scope of Functional Testing in LMS&#10;Functional testing focuses on what the system does, not how it is implemented.&#10;In the Library Management System, functional testing validates:&#10;• User interactions&#10;• Business rules&#10;• Input and output behavior&#10;• Error handling and validation messages&#10;________________________________________&#10;3. Key Functional Modules of Library Management System&#10;The functional testing of LMS can be divided into the following major modules:&#10;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📚 Library Management System&#10;Functional Testing – Elaborated Testing Structure&#10;&#10;Functional Testing Structure for Library Management System&#10;1. Introduction&#10;A Library Management System (LMS) is a software application designed to manage library operations such as maintaining book records, managing users, issuing and returning books, and calculating fines.&#10;Functional testing is used to verify that each feature of the system works according to the specified requirements.&#10;The objective of functional testing in LMS is to ensure that all user-visible functions behave correctly for valid and invalid inputs.&#10;________________________________________&#10;2. Scope of Functional Testing in LMS&#10;Functional testing focuses on what the system does, not how it is implemented.&#10;In the Library Management System, functional testing validates:&#10;• User interactions&#10;• Business rules&#10;• Input and output behavior&#10;• Error handling and validation messages&#10;________________________________________&#10;3. Key Functional Modules of Library Management System&#10;The functional testing of LMS can be divided into the following major modules:&#10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936"/>
            <a:ext cx="9143544" cy="5107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(5 example) from all slides 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(5 example) from all slides 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it Testing (5 Examples)&#10;Input valid book ISBN – verify addBook() stores title/author correctly.&#10;&#10;Search &quot;invalid title&quot; – returns empty list without crash.&#10;&#10;calculateFine(10 days overdue) – outputs $2.00 exactly.&#10;&#10;validateUser(&quot;student&quot;) – returns true for valid ID.&#10;&#10;updateStock(quantity=-5) – prevents negative stock error.&#10;​&#10;&#10;Integration Testing (5 Examples)&#10;User login + search book – displays available copies.&#10;&#10;Issue book + email module – sends borrow confirmation.&#10;&#10;Return book + fine calc – updates inventory and balance.&#10;&#10;Admin add book + search – new book appears in results.&#10;&#10;Payment gateway + user account – deducts fine, clears debt.&#10;​&#10;&#10;System Testing (5 Examples)&#10;Full borrow flow: search &gt; select &gt; issue &gt; return.&#10;&#10;Admin dashboard: add user &gt; assign role &gt; view reports.&#10;&#10;Overdue alert: system emails user after 7 days.&#10;&#10;Bulk import books CSV – loads 100+ without errors.&#10;&#10;User profile update: change address &gt; reflects in receipts.&#10;​&#10;&#10;User Acceptance Testing (5 Examples)&#10;Librarian tests daily issue/return for 50 books – fast and easy.&#10;&#10;Student searches/reserves rare book – gets notified.&#10;&#10;Admin generates monthly fine report – accurate totals.&#10;&#10;Guest browses catalog – no login needed, works on mobile.&#10;&#10;Pay fine online – receipt emails instantly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(5 example) from all slides 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| Test Type           | Description                                | Expected Result              |&#10;| ------------------- | ------------------------------------------ | ---------------------------- |&#10;| Load Testing        | 100 users search books simultaneously      | Response &lt; 3 seconds for all |&#10;| Stress Testing      | 500 users try to borrow books at peak hour | System handles without crash |&#10;| Scalability Testing | Add 10,000 books to database               | Search still fast (&lt;2 sec)   |&#10;| Volume Testing      | Process 1,000 daily issues/returns         | No data loss or slowdown     |&#10;| Endurance Testing   | Run 24 hours with normal traffic           | Stable, no memory leaks      |   Add performance testing as heading for this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